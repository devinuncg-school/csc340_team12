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13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Auto</a:t>
            </a:r>
            <a:r>
              <a:rPr lang="en-US" sz="4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Roadside help, matched fast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AutoAid connects drivers with nearby, trusted mechanics when their car breaks down. Customers describe their issue, get matched with a mechanic, and book a repair — all from one app.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</a:t>
            </a:r>
            <a:r>
              <a:rPr lang="en-US" sz="18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slow and stressful to find a mechanic you can trust during a breakdown.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Functionalities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 and describe a vehicle issue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matched with nearby mechanics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mechanic profiles and ratings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cs typeface="Segoe UI" pitchFamily="34" charset="-120"/>
              </a:rPr>
              <a:t>Edit your profile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Mechanics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0116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profile with specialties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service requests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or decline jobs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job status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earnings 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Za'Kwon Hall  </a:t>
            </a:r>
            <a:r>
              <a:rPr lang="en-US" sz="1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Customer pages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Devin Hawkins  </a:t>
            </a:r>
            <a:r>
              <a:rPr lang="en-US" sz="1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Mechanic pages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115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Zakwon Hall</cp:lastModifiedBy>
  <cp:revision>2</cp:revision>
  <dcterms:created xsi:type="dcterms:W3CDTF">2026-09-24T07:08:24Z</dcterms:created>
  <dcterms:modified xsi:type="dcterms:W3CDTF">2026-09-24T07:29:38Z</dcterms:modified>
</cp:coreProperties>
</file>